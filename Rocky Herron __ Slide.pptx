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advisors spend 4 hours</a:t>
            </a:r>
            <a:endParaRPr lang="en-US" sz="2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researching one stock.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789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does it in two minutes. Here's why you can trust 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2697480" cy="2880360"/>
          </a:xfrm>
          <a:prstGeom prst="roundRect">
            <a:avLst>
              <a:gd name="adj" fmla="val 2034"/>
            </a:avLst>
          </a:prstGeom>
          <a:solidFill>
            <a:srgbClr val="111E33"/>
          </a:solidFill>
          <a:ln w="6350">
            <a:solidFill>
              <a:srgbClr val="1A27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719072"/>
            <a:ext cx="320040" cy="320040"/>
          </a:xfrm>
          <a:prstGeom prst="ellipse">
            <a:avLst/>
          </a:prstGeom>
          <a:solidFill>
            <a:srgbClr val="0A3D32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7190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7190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everything at once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19456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reads SEC filings, central bank reports, commodity prices, trade policy, competitor earnings, analyst ratings, and social media sentiment simultaneously. Not one source at a time the way an analyst works, but all 40+ sources in parallel, every time.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" y="3611880"/>
            <a:ext cx="2423160" cy="2743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7033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replaces: 3-4 hours of an analyst's day opening tabs, reading filings, and cross-referencing data manually.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83280" y="1572768"/>
            <a:ext cx="2697480" cy="2880360"/>
          </a:xfrm>
          <a:prstGeom prst="roundRect">
            <a:avLst>
              <a:gd name="adj" fmla="val 2034"/>
            </a:avLst>
          </a:prstGeom>
          <a:solidFill>
            <a:srgbClr val="111E33"/>
          </a:solidFill>
          <a:ln w="6350">
            <a:solidFill>
              <a:srgbClr val="1A27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719072"/>
            <a:ext cx="320040" cy="320040"/>
          </a:xfrm>
          <a:prstGeom prst="ellipse">
            <a:avLst/>
          </a:prstGeom>
          <a:solidFill>
            <a:srgbClr val="0A3D32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20440" y="17190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17190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every fact before you see it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219456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verification layer independently checks every claim against a second source. If a number is wrong, it's corrected. If a filing is outdated, it's flagged. If a claim can't be verified, it's labeled as unconfirmed rather than presented as fact. Nothing reaches the advisor unchecked.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20440" y="3611880"/>
            <a:ext cx="2423160" cy="2743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520440" y="37033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replaces: The risk that a busy analyst misreads a figure, cites a stale report, or misses a contradiction between two sources.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309360" y="1572768"/>
            <a:ext cx="2697480" cy="2880360"/>
          </a:xfrm>
          <a:prstGeom prst="roundRect">
            <a:avLst>
              <a:gd name="adj" fmla="val 2034"/>
            </a:avLst>
          </a:prstGeom>
          <a:solidFill>
            <a:srgbClr val="111E33"/>
          </a:solidFill>
          <a:ln w="6350">
            <a:solidFill>
              <a:srgbClr val="1A27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1719072"/>
            <a:ext cx="320040" cy="320040"/>
          </a:xfrm>
          <a:prstGeom prst="ellipse">
            <a:avLst/>
          </a:prstGeom>
          <a:solidFill>
            <a:srgbClr val="0A3D32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17190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17190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something changes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219456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measures each stock's normal movement pattern and only alerts when something unusual happens. A 3% drop on a volatile biotech is noise. A 3% drop on Procter &amp; Gamble is a signal. It also watches for regulatory actions, insider trades, and global events that affect the stock before the price moves.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46520" y="3611880"/>
            <a:ext cx="2423160" cy="2743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46520" y="37033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replaces: The cost of being surprised by a tariff, a competitor's earnings miss, or an SEC filing your team didn't have time to read.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617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hour an advisor doesn't spend reading filings is an hour spent with clients.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0" y="47091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Sentinel: How It Works</dc:title>
  <dc:subject>PptxGenJS Presentation</dc:subject>
  <dc:creator>Sean Herron</dc:creator>
  <cp:lastModifiedBy>Sean Herron</cp:lastModifiedBy>
  <cp:revision>1</cp:revision>
  <dcterms:created xsi:type="dcterms:W3CDTF">2026-09-05T16:37:56Z</dcterms:created>
  <dcterms:modified xsi:type="dcterms:W3CDTF">2026-09-05T16:37:56Z</dcterms:modified>
</cp:coreProperties>
</file>